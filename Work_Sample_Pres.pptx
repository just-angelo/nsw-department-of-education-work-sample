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12" r:id="rId4"/>
  </p:sldMasterIdLst>
  <p:notesMasterIdLst>
    <p:notesMasterId r:id="rId12"/>
  </p:notesMasterIdLst>
  <p:handoutMasterIdLst>
    <p:handoutMasterId r:id="rId13"/>
  </p:handoutMasterIdLst>
  <p:sldIdLst>
    <p:sldId id="262" r:id="rId5"/>
    <p:sldId id="261" r:id="rId6"/>
    <p:sldId id="269" r:id="rId7"/>
    <p:sldId id="270" r:id="rId8"/>
    <p:sldId id="268" r:id="rId9"/>
    <p:sldId id="272"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87"/>
  </p:normalViewPr>
  <p:slideViewPr>
    <p:cSldViewPr snapToGrid="0" snapToObjects="1">
      <p:cViewPr varScale="1">
        <p:scale>
          <a:sx n="111" d="100"/>
          <a:sy n="111" d="100"/>
        </p:scale>
        <p:origin x="594" y="78"/>
      </p:cViewPr>
      <p:guideLst/>
    </p:cSldViewPr>
  </p:slideViewPr>
  <p:notesTextViewPr>
    <p:cViewPr>
      <p:scale>
        <a:sx n="1" d="1"/>
        <a:sy n="1" d="1"/>
      </p:scale>
      <p:origin x="0" y="0"/>
    </p:cViewPr>
  </p:notesTextViewPr>
  <p:notesViewPr>
    <p:cSldViewPr snapToGrid="0" snapToObjects="1">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gelo Zhou" userId="f73b212efd78b3d1" providerId="LiveId" clId="{92774937-436E-4FF5-8E92-C0F3248C8362}"/>
    <pc:docChg chg="undo custSel addSld delSld modSld">
      <pc:chgData name="Angelo Zhou" userId="f73b212efd78b3d1" providerId="LiveId" clId="{92774937-436E-4FF5-8E92-C0F3248C8362}" dt="2026-02-03T13:14:55.213" v="3407" actId="47"/>
      <pc:docMkLst>
        <pc:docMk/>
      </pc:docMkLst>
      <pc:sldChg chg="del">
        <pc:chgData name="Angelo Zhou" userId="f73b212efd78b3d1" providerId="LiveId" clId="{92774937-436E-4FF5-8E92-C0F3248C8362}" dt="2026-02-02T04:41:37.640" v="2907" actId="47"/>
        <pc:sldMkLst>
          <pc:docMk/>
          <pc:sldMk cId="1414933892" sldId="259"/>
        </pc:sldMkLst>
      </pc:sldChg>
      <pc:sldChg chg="addSp delSp modSp mod">
        <pc:chgData name="Angelo Zhou" userId="f73b212efd78b3d1" providerId="LiveId" clId="{92774937-436E-4FF5-8E92-C0F3248C8362}" dt="2026-02-02T01:03:17.113" v="317" actId="1076"/>
        <pc:sldMkLst>
          <pc:docMk/>
          <pc:sldMk cId="2706815994" sldId="261"/>
        </pc:sldMkLst>
        <pc:spChg chg="mod">
          <ac:chgData name="Angelo Zhou" userId="f73b212efd78b3d1" providerId="LiveId" clId="{92774937-436E-4FF5-8E92-C0F3248C8362}" dt="2026-02-02T00:52:18.518" v="55" actId="2711"/>
          <ac:spMkLst>
            <pc:docMk/>
            <pc:sldMk cId="2706815994" sldId="261"/>
            <ac:spMk id="2" creationId="{BA84F96F-B0BE-4E84-A401-8F8438058CAB}"/>
          </ac:spMkLst>
        </pc:spChg>
        <pc:spChg chg="add del mod">
          <ac:chgData name="Angelo Zhou" userId="f73b212efd78b3d1" providerId="LiveId" clId="{92774937-436E-4FF5-8E92-C0F3248C8362}" dt="2026-02-02T00:52:35.256" v="77" actId="478"/>
          <ac:spMkLst>
            <pc:docMk/>
            <pc:sldMk cId="2706815994" sldId="261"/>
            <ac:spMk id="6" creationId="{D7253DE0-3037-D232-1081-82C63D2C14FD}"/>
          </ac:spMkLst>
        </pc:spChg>
        <pc:spChg chg="add mod">
          <ac:chgData name="Angelo Zhou" userId="f73b212efd78b3d1" providerId="LiveId" clId="{92774937-436E-4FF5-8E92-C0F3248C8362}" dt="2026-02-02T00:59:02.455" v="198" actId="1076"/>
          <ac:spMkLst>
            <pc:docMk/>
            <pc:sldMk cId="2706815994" sldId="261"/>
            <ac:spMk id="8" creationId="{BA8B8CF8-C5DD-C4F2-A908-8CD9D9760F9D}"/>
          </ac:spMkLst>
        </pc:spChg>
        <pc:spChg chg="add mod">
          <ac:chgData name="Angelo Zhou" userId="f73b212efd78b3d1" providerId="LiveId" clId="{92774937-436E-4FF5-8E92-C0F3248C8362}" dt="2026-02-02T01:01:02.736" v="253" actId="20577"/>
          <ac:spMkLst>
            <pc:docMk/>
            <pc:sldMk cId="2706815994" sldId="261"/>
            <ac:spMk id="9" creationId="{6902E0AC-043B-5D17-93DE-D7B77FC6FA90}"/>
          </ac:spMkLst>
        </pc:spChg>
        <pc:spChg chg="add mod">
          <ac:chgData name="Angelo Zhou" userId="f73b212efd78b3d1" providerId="LiveId" clId="{92774937-436E-4FF5-8E92-C0F3248C8362}" dt="2026-02-02T01:02:18.664" v="307" actId="1076"/>
          <ac:spMkLst>
            <pc:docMk/>
            <pc:sldMk cId="2706815994" sldId="261"/>
            <ac:spMk id="12" creationId="{93B44AD1-5A66-1DE4-D4AF-3A0D8BA28BD2}"/>
          </ac:spMkLst>
        </pc:spChg>
        <pc:graphicFrameChg chg="del mod">
          <ac:chgData name="Angelo Zhou" userId="f73b212efd78b3d1" providerId="LiveId" clId="{92774937-436E-4FF5-8E92-C0F3248C8362}" dt="2026-02-02T00:51:49.509" v="45" actId="478"/>
          <ac:graphicFrameMkLst>
            <pc:docMk/>
            <pc:sldMk cId="2706815994" sldId="261"/>
            <ac:graphicFrameMk id="5" creationId="{2B828A48-3EC3-4EF9-8697-5D2A44F3F052}"/>
          </ac:graphicFrameMkLst>
        </pc:graphicFrameChg>
        <pc:picChg chg="del">
          <ac:chgData name="Angelo Zhou" userId="f73b212efd78b3d1" providerId="LiveId" clId="{92774937-436E-4FF5-8E92-C0F3248C8362}" dt="2026-02-02T00:49:40.424" v="1" actId="478"/>
          <ac:picMkLst>
            <pc:docMk/>
            <pc:sldMk cId="2706815994" sldId="261"/>
            <ac:picMk id="4" creationId="{5D8F1927-EC97-404E-90EF-533BB92836CD}"/>
          </ac:picMkLst>
        </pc:picChg>
        <pc:picChg chg="del">
          <ac:chgData name="Angelo Zhou" userId="f73b212efd78b3d1" providerId="LiveId" clId="{92774937-436E-4FF5-8E92-C0F3248C8362}" dt="2026-02-02T00:49:39.273" v="0" actId="478"/>
          <ac:picMkLst>
            <pc:docMk/>
            <pc:sldMk cId="2706815994" sldId="261"/>
            <ac:picMk id="7" creationId="{78F172A8-6231-D14E-A13D-8613F2AEAD88}"/>
          </ac:picMkLst>
        </pc:picChg>
        <pc:picChg chg="add mod">
          <ac:chgData name="Angelo Zhou" userId="f73b212efd78b3d1" providerId="LiveId" clId="{92774937-436E-4FF5-8E92-C0F3248C8362}" dt="2026-02-02T01:03:17.113" v="317" actId="1076"/>
          <ac:picMkLst>
            <pc:docMk/>
            <pc:sldMk cId="2706815994" sldId="261"/>
            <ac:picMk id="2050" creationId="{2B6E3E37-B339-CF3A-01E2-99637CAE4D9C}"/>
          </ac:picMkLst>
        </pc:picChg>
        <pc:cxnChg chg="add mod">
          <ac:chgData name="Angelo Zhou" userId="f73b212efd78b3d1" providerId="LiveId" clId="{92774937-436E-4FF5-8E92-C0F3248C8362}" dt="2026-02-02T01:02:10.240" v="306" actId="14100"/>
          <ac:cxnSpMkLst>
            <pc:docMk/>
            <pc:sldMk cId="2706815994" sldId="261"/>
            <ac:cxnSpMk id="11" creationId="{F6904AEB-B529-25A2-A12E-622D32F0B47B}"/>
          </ac:cxnSpMkLst>
        </pc:cxnChg>
      </pc:sldChg>
      <pc:sldChg chg="modSp mod">
        <pc:chgData name="Angelo Zhou" userId="f73b212efd78b3d1" providerId="LiveId" clId="{92774937-436E-4FF5-8E92-C0F3248C8362}" dt="2026-02-03T12:39:55.327" v="3406" actId="20577"/>
        <pc:sldMkLst>
          <pc:docMk/>
          <pc:sldMk cId="814101911" sldId="262"/>
        </pc:sldMkLst>
        <pc:spChg chg="mod">
          <ac:chgData name="Angelo Zhou" userId="f73b212efd78b3d1" providerId="LiveId" clId="{92774937-436E-4FF5-8E92-C0F3248C8362}" dt="2026-02-03T12:39:55.327" v="3406" actId="20577"/>
          <ac:spMkLst>
            <pc:docMk/>
            <pc:sldMk cId="814101911" sldId="262"/>
            <ac:spMk id="2" creationId="{74080833-6B30-404E-B0FA-39D7DC4B1616}"/>
          </ac:spMkLst>
        </pc:spChg>
      </pc:sldChg>
      <pc:sldChg chg="del">
        <pc:chgData name="Angelo Zhou" userId="f73b212efd78b3d1" providerId="LiveId" clId="{92774937-436E-4FF5-8E92-C0F3248C8362}" dt="2026-02-02T04:41:36.130" v="2906" actId="47"/>
        <pc:sldMkLst>
          <pc:docMk/>
          <pc:sldMk cId="270140987" sldId="265"/>
        </pc:sldMkLst>
      </pc:sldChg>
      <pc:sldChg chg="addSp delSp modSp mod">
        <pc:chgData name="Angelo Zhou" userId="f73b212efd78b3d1" providerId="LiveId" clId="{92774937-436E-4FF5-8E92-C0F3248C8362}" dt="2026-02-02T05:29:26.558" v="3404" actId="478"/>
        <pc:sldMkLst>
          <pc:docMk/>
          <pc:sldMk cId="538061945" sldId="267"/>
        </pc:sldMkLst>
        <pc:spChg chg="del">
          <ac:chgData name="Angelo Zhou" userId="f73b212efd78b3d1" providerId="LiveId" clId="{92774937-436E-4FF5-8E92-C0F3248C8362}" dt="2026-02-02T05:29:26.558" v="3404" actId="478"/>
          <ac:spMkLst>
            <pc:docMk/>
            <pc:sldMk cId="538061945" sldId="267"/>
            <ac:spMk id="4" creationId="{D49C5163-C20C-4544-B7B1-4C17B8DBE161}"/>
          </ac:spMkLst>
        </pc:spChg>
        <pc:spChg chg="add mod">
          <ac:chgData name="Angelo Zhou" userId="f73b212efd78b3d1" providerId="LiveId" clId="{92774937-436E-4FF5-8E92-C0F3248C8362}" dt="2026-02-02T05:29:26.558" v="3404" actId="478"/>
          <ac:spMkLst>
            <pc:docMk/>
            <pc:sldMk cId="538061945" sldId="267"/>
            <ac:spMk id="5" creationId="{3B970D2B-0B5A-E53B-14CF-2C52569CCFFB}"/>
          </ac:spMkLst>
        </pc:spChg>
      </pc:sldChg>
      <pc:sldChg chg="addSp delSp modSp add mod">
        <pc:chgData name="Angelo Zhou" userId="f73b212efd78b3d1" providerId="LiveId" clId="{92774937-436E-4FF5-8E92-C0F3248C8362}" dt="2026-02-02T04:34:31.581" v="2903" actId="20577"/>
        <pc:sldMkLst>
          <pc:docMk/>
          <pc:sldMk cId="118033492" sldId="268"/>
        </pc:sldMkLst>
        <pc:spChg chg="mod">
          <ac:chgData name="Angelo Zhou" userId="f73b212efd78b3d1" providerId="LiveId" clId="{92774937-436E-4FF5-8E92-C0F3248C8362}" dt="2026-02-02T04:34:04.141" v="2892" actId="14100"/>
          <ac:spMkLst>
            <pc:docMk/>
            <pc:sldMk cId="118033492" sldId="268"/>
            <ac:spMk id="2" creationId="{DE1DA7A2-FF14-857F-88CA-101BD3E81754}"/>
          </ac:spMkLst>
        </pc:spChg>
        <pc:spChg chg="add mod">
          <ac:chgData name="Angelo Zhou" userId="f73b212efd78b3d1" providerId="LiveId" clId="{92774937-436E-4FF5-8E92-C0F3248C8362}" dt="2026-02-02T04:34:31.581" v="2903" actId="20577"/>
          <ac:spMkLst>
            <pc:docMk/>
            <pc:sldMk cId="118033492" sldId="268"/>
            <ac:spMk id="3" creationId="{D8C1EF94-268F-AB68-4195-76F1DB5D1168}"/>
          </ac:spMkLst>
        </pc:spChg>
        <pc:spChg chg="del mod">
          <ac:chgData name="Angelo Zhou" userId="f73b212efd78b3d1" providerId="LiveId" clId="{92774937-436E-4FF5-8E92-C0F3248C8362}" dt="2026-02-02T04:19:44.547" v="2220"/>
          <ac:spMkLst>
            <pc:docMk/>
            <pc:sldMk cId="118033492" sldId="268"/>
            <ac:spMk id="8" creationId="{5A1FF57C-5BD3-7739-5E79-FD69C2252BED}"/>
          </ac:spMkLst>
        </pc:spChg>
      </pc:sldChg>
      <pc:sldChg chg="addSp delSp modSp add mod">
        <pc:chgData name="Angelo Zhou" userId="f73b212efd78b3d1" providerId="LiveId" clId="{92774937-436E-4FF5-8E92-C0F3248C8362}" dt="2026-02-02T01:22:16.835" v="1463" actId="11529"/>
        <pc:sldMkLst>
          <pc:docMk/>
          <pc:sldMk cId="1014449483" sldId="269"/>
        </pc:sldMkLst>
        <pc:spChg chg="mod">
          <ac:chgData name="Angelo Zhou" userId="f73b212efd78b3d1" providerId="LiveId" clId="{92774937-436E-4FF5-8E92-C0F3248C8362}" dt="2026-02-02T01:04:26.032" v="382" actId="20577"/>
          <ac:spMkLst>
            <pc:docMk/>
            <pc:sldMk cId="1014449483" sldId="269"/>
            <ac:spMk id="2" creationId="{4708C84E-66FB-A1E9-3499-02EA2CB0AB05}"/>
          </ac:spMkLst>
        </pc:spChg>
        <pc:spChg chg="add mod">
          <ac:chgData name="Angelo Zhou" userId="f73b212efd78b3d1" providerId="LiveId" clId="{92774937-436E-4FF5-8E92-C0F3248C8362}" dt="2026-02-02T01:21:35.679" v="1461" actId="20577"/>
          <ac:spMkLst>
            <pc:docMk/>
            <pc:sldMk cId="1014449483" sldId="269"/>
            <ac:spMk id="3" creationId="{3CD066D6-9818-E4B1-6E12-AAE69FE48592}"/>
          </ac:spMkLst>
        </pc:spChg>
        <pc:spChg chg="mod">
          <ac:chgData name="Angelo Zhou" userId="f73b212efd78b3d1" providerId="LiveId" clId="{92774937-436E-4FF5-8E92-C0F3248C8362}" dt="2026-02-02T01:20:43.513" v="1437" actId="20577"/>
          <ac:spMkLst>
            <pc:docMk/>
            <pc:sldMk cId="1014449483" sldId="269"/>
            <ac:spMk id="8" creationId="{EEB5BE0C-0FA8-178A-1412-4080582DEA2C}"/>
          </ac:spMkLst>
        </pc:spChg>
        <pc:spChg chg="mod">
          <ac:chgData name="Angelo Zhou" userId="f73b212efd78b3d1" providerId="LiveId" clId="{92774937-436E-4FF5-8E92-C0F3248C8362}" dt="2026-02-02T01:18:05.616" v="1189" actId="1076"/>
          <ac:spMkLst>
            <pc:docMk/>
            <pc:sldMk cId="1014449483" sldId="269"/>
            <ac:spMk id="9" creationId="{C96958E9-2D4E-8749-4CF5-BF0A55162BF8}"/>
          </ac:spMkLst>
        </pc:spChg>
        <pc:spChg chg="mod">
          <ac:chgData name="Angelo Zhou" userId="f73b212efd78b3d1" providerId="LiveId" clId="{92774937-436E-4FF5-8E92-C0F3248C8362}" dt="2026-02-02T01:18:08.786" v="1190" actId="1076"/>
          <ac:spMkLst>
            <pc:docMk/>
            <pc:sldMk cId="1014449483" sldId="269"/>
            <ac:spMk id="12" creationId="{50C7BC7C-54AC-A09D-F137-82A3B8DC4F41}"/>
          </ac:spMkLst>
        </pc:spChg>
        <pc:picChg chg="add mod">
          <ac:chgData name="Angelo Zhou" userId="f73b212efd78b3d1" providerId="LiveId" clId="{92774937-436E-4FF5-8E92-C0F3248C8362}" dt="2026-02-02T01:21:30.101" v="1439" actId="1076"/>
          <ac:picMkLst>
            <pc:docMk/>
            <pc:sldMk cId="1014449483" sldId="269"/>
            <ac:picMk id="4" creationId="{67F99B5B-EC55-671B-2238-7361D7382F2B}"/>
          </ac:picMkLst>
        </pc:picChg>
        <pc:picChg chg="mod">
          <ac:chgData name="Angelo Zhou" userId="f73b212efd78b3d1" providerId="LiveId" clId="{92774937-436E-4FF5-8E92-C0F3248C8362}" dt="2026-02-02T01:18:14.184" v="1192" actId="1076"/>
          <ac:picMkLst>
            <pc:docMk/>
            <pc:sldMk cId="1014449483" sldId="269"/>
            <ac:picMk id="2050" creationId="{6D17F4F5-E0CE-FE8E-3792-46BA72138666}"/>
          </ac:picMkLst>
        </pc:picChg>
        <pc:cxnChg chg="add">
          <ac:chgData name="Angelo Zhou" userId="f73b212efd78b3d1" providerId="LiveId" clId="{92774937-436E-4FF5-8E92-C0F3248C8362}" dt="2026-02-02T01:22:06.337" v="1462" actId="11529"/>
          <ac:cxnSpMkLst>
            <pc:docMk/>
            <pc:sldMk cId="1014449483" sldId="269"/>
            <ac:cxnSpMk id="6" creationId="{4E6E4C1F-724B-26CB-F306-25F7C899B070}"/>
          </ac:cxnSpMkLst>
        </pc:cxnChg>
        <pc:cxnChg chg="add">
          <ac:chgData name="Angelo Zhou" userId="f73b212efd78b3d1" providerId="LiveId" clId="{92774937-436E-4FF5-8E92-C0F3248C8362}" dt="2026-02-02T01:22:16.835" v="1463" actId="11529"/>
          <ac:cxnSpMkLst>
            <pc:docMk/>
            <pc:sldMk cId="1014449483" sldId="269"/>
            <ac:cxnSpMk id="10" creationId="{D932CE8E-C1FB-A28D-6EE2-BE3F4AA47654}"/>
          </ac:cxnSpMkLst>
        </pc:cxnChg>
        <pc:cxnChg chg="del mod">
          <ac:chgData name="Angelo Zhou" userId="f73b212efd78b3d1" providerId="LiveId" clId="{92774937-436E-4FF5-8E92-C0F3248C8362}" dt="2026-02-02T01:18:02.983" v="1188" actId="478"/>
          <ac:cxnSpMkLst>
            <pc:docMk/>
            <pc:sldMk cId="1014449483" sldId="269"/>
            <ac:cxnSpMk id="11" creationId="{F8F3892E-DA78-2DCF-DA7F-0F77B9B3B505}"/>
          </ac:cxnSpMkLst>
        </pc:cxnChg>
      </pc:sldChg>
      <pc:sldChg chg="addSp modSp add del">
        <pc:chgData name="Angelo Zhou" userId="f73b212efd78b3d1" providerId="LiveId" clId="{92774937-436E-4FF5-8E92-C0F3248C8362}" dt="2026-02-02T01:03:21.963" v="318" actId="47"/>
        <pc:sldMkLst>
          <pc:docMk/>
          <pc:sldMk cId="3711781835" sldId="269"/>
        </pc:sldMkLst>
        <pc:picChg chg="add mod">
          <ac:chgData name="Angelo Zhou" userId="f73b212efd78b3d1" providerId="LiveId" clId="{92774937-436E-4FF5-8E92-C0F3248C8362}" dt="2026-02-02T01:02:54.638" v="311" actId="1076"/>
          <ac:picMkLst>
            <pc:docMk/>
            <pc:sldMk cId="3711781835" sldId="269"/>
            <ac:picMk id="1026" creationId="{423FF038-BED9-1B6D-595A-914B23DC3F51}"/>
          </ac:picMkLst>
        </pc:picChg>
      </pc:sldChg>
      <pc:sldChg chg="addSp delSp modSp add mod">
        <pc:chgData name="Angelo Zhou" userId="f73b212efd78b3d1" providerId="LiveId" clId="{92774937-436E-4FF5-8E92-C0F3248C8362}" dt="2026-02-02T04:20:14.678" v="2303" actId="14100"/>
        <pc:sldMkLst>
          <pc:docMk/>
          <pc:sldMk cId="4063893056" sldId="270"/>
        </pc:sldMkLst>
        <pc:spChg chg="mod">
          <ac:chgData name="Angelo Zhou" userId="f73b212efd78b3d1" providerId="LiveId" clId="{92774937-436E-4FF5-8E92-C0F3248C8362}" dt="2026-02-02T01:24:46.061" v="1488" actId="313"/>
          <ac:spMkLst>
            <pc:docMk/>
            <pc:sldMk cId="4063893056" sldId="270"/>
            <ac:spMk id="2" creationId="{350F50A3-5398-11EC-3061-E5436C82A522}"/>
          </ac:spMkLst>
        </pc:spChg>
        <pc:spChg chg="mod">
          <ac:chgData name="Angelo Zhou" userId="f73b212efd78b3d1" providerId="LiveId" clId="{92774937-436E-4FF5-8E92-C0F3248C8362}" dt="2026-02-02T01:35:56.613" v="1624" actId="1036"/>
          <ac:spMkLst>
            <pc:docMk/>
            <pc:sldMk cId="4063893056" sldId="270"/>
            <ac:spMk id="3" creationId="{C3E68CE1-42C7-243B-5585-CF51D718A149}"/>
          </ac:spMkLst>
        </pc:spChg>
        <pc:spChg chg="add mod">
          <ac:chgData name="Angelo Zhou" userId="f73b212efd78b3d1" providerId="LiveId" clId="{92774937-436E-4FF5-8E92-C0F3248C8362}" dt="2026-02-02T04:20:14.678" v="2303" actId="14100"/>
          <ac:spMkLst>
            <pc:docMk/>
            <pc:sldMk cId="4063893056" sldId="270"/>
            <ac:spMk id="5" creationId="{CBECD9EB-9219-31E9-50EC-6AE654A23285}"/>
          </ac:spMkLst>
        </pc:spChg>
        <pc:spChg chg="del mod">
          <ac:chgData name="Angelo Zhou" userId="f73b212efd78b3d1" providerId="LiveId" clId="{92774937-436E-4FF5-8E92-C0F3248C8362}" dt="2026-02-02T01:35:13.030" v="1491"/>
          <ac:spMkLst>
            <pc:docMk/>
            <pc:sldMk cId="4063893056" sldId="270"/>
            <ac:spMk id="8" creationId="{74F442DC-8CAF-D00F-255A-E7C84266E7FA}"/>
          </ac:spMkLst>
        </pc:spChg>
        <pc:spChg chg="mod">
          <ac:chgData name="Angelo Zhou" userId="f73b212efd78b3d1" providerId="LiveId" clId="{92774937-436E-4FF5-8E92-C0F3248C8362}" dt="2026-02-02T01:35:40.405" v="1584" actId="1035"/>
          <ac:spMkLst>
            <pc:docMk/>
            <pc:sldMk cId="4063893056" sldId="270"/>
            <ac:spMk id="9" creationId="{79CC1417-4DF1-AD16-A7C6-6083EFE36695}"/>
          </ac:spMkLst>
        </pc:spChg>
        <pc:spChg chg="mod">
          <ac:chgData name="Angelo Zhou" userId="f73b212efd78b3d1" providerId="LiveId" clId="{92774937-436E-4FF5-8E92-C0F3248C8362}" dt="2026-02-02T01:35:50.166" v="1597" actId="1035"/>
          <ac:spMkLst>
            <pc:docMk/>
            <pc:sldMk cId="4063893056" sldId="270"/>
            <ac:spMk id="12" creationId="{4DC3FB42-6D16-E8A0-5B28-805D34188F34}"/>
          </ac:spMkLst>
        </pc:spChg>
        <pc:spChg chg="add mod">
          <ac:chgData name="Angelo Zhou" userId="f73b212efd78b3d1" providerId="LiveId" clId="{92774937-436E-4FF5-8E92-C0F3248C8362}" dt="2026-02-02T04:14:41.037" v="2181" actId="20577"/>
          <ac:spMkLst>
            <pc:docMk/>
            <pc:sldMk cId="4063893056" sldId="270"/>
            <ac:spMk id="14" creationId="{14C72E85-FB4A-259E-8E72-7A192BEE8303}"/>
          </ac:spMkLst>
        </pc:spChg>
        <pc:picChg chg="mod">
          <ac:chgData name="Angelo Zhou" userId="f73b212efd78b3d1" providerId="LiveId" clId="{92774937-436E-4FF5-8E92-C0F3248C8362}" dt="2026-02-02T01:36:04.964" v="1626" actId="1076"/>
          <ac:picMkLst>
            <pc:docMk/>
            <pc:sldMk cId="4063893056" sldId="270"/>
            <ac:picMk id="4" creationId="{27A46793-97E8-1342-E237-CBFD4BBA5DFA}"/>
          </ac:picMkLst>
        </pc:picChg>
        <pc:picChg chg="mod">
          <ac:chgData name="Angelo Zhou" userId="f73b212efd78b3d1" providerId="LiveId" clId="{92774937-436E-4FF5-8E92-C0F3248C8362}" dt="2026-02-02T01:36:11.639" v="1627" actId="1076"/>
          <ac:picMkLst>
            <pc:docMk/>
            <pc:sldMk cId="4063893056" sldId="270"/>
            <ac:picMk id="2050" creationId="{5A100D54-72BA-1B75-E910-DE1CBC078FF3}"/>
          </ac:picMkLst>
        </pc:picChg>
        <pc:picChg chg="add del mod">
          <ac:chgData name="Angelo Zhou" userId="f73b212efd78b3d1" providerId="LiveId" clId="{92774937-436E-4FF5-8E92-C0F3248C8362}" dt="2026-02-02T01:43:21.709" v="1636" actId="478"/>
          <ac:picMkLst>
            <pc:docMk/>
            <pc:sldMk cId="4063893056" sldId="270"/>
            <ac:picMk id="3074" creationId="{AFBADE70-B27A-58A6-FF05-07823F71231C}"/>
          </ac:picMkLst>
        </pc:picChg>
        <pc:picChg chg="add mod">
          <ac:chgData name="Angelo Zhou" userId="f73b212efd78b3d1" providerId="LiveId" clId="{92774937-436E-4FF5-8E92-C0F3248C8362}" dt="2026-02-02T01:43:45.829" v="1644" actId="1076"/>
          <ac:picMkLst>
            <pc:docMk/>
            <pc:sldMk cId="4063893056" sldId="270"/>
            <ac:picMk id="3076" creationId="{C62E87D3-A596-EC74-FD53-55ACE5CA1323}"/>
          </ac:picMkLst>
        </pc:picChg>
        <pc:cxnChg chg="mod">
          <ac:chgData name="Angelo Zhou" userId="f73b212efd78b3d1" providerId="LiveId" clId="{92774937-436E-4FF5-8E92-C0F3248C8362}" dt="2026-02-02T01:35:50.166" v="1597" actId="1035"/>
          <ac:cxnSpMkLst>
            <pc:docMk/>
            <pc:sldMk cId="4063893056" sldId="270"/>
            <ac:cxnSpMk id="6" creationId="{C7654F68-7E40-4BE1-D078-A0C081BF2218}"/>
          </ac:cxnSpMkLst>
        </pc:cxnChg>
        <pc:cxnChg chg="mod">
          <ac:chgData name="Angelo Zhou" userId="f73b212efd78b3d1" providerId="LiveId" clId="{92774937-436E-4FF5-8E92-C0F3248C8362}" dt="2026-02-02T01:35:50.166" v="1597" actId="1035"/>
          <ac:cxnSpMkLst>
            <pc:docMk/>
            <pc:sldMk cId="4063893056" sldId="270"/>
            <ac:cxnSpMk id="10" creationId="{BC18AD19-6D93-BA41-89E7-577E8D4F1E4C}"/>
          </ac:cxnSpMkLst>
        </pc:cxnChg>
        <pc:cxnChg chg="add mod">
          <ac:chgData name="Angelo Zhou" userId="f73b212efd78b3d1" providerId="LiveId" clId="{92774937-436E-4FF5-8E92-C0F3248C8362}" dt="2026-02-02T04:20:14.678" v="2303" actId="14100"/>
          <ac:cxnSpMkLst>
            <pc:docMk/>
            <pc:sldMk cId="4063893056" sldId="270"/>
            <ac:cxnSpMk id="11" creationId="{ACBE3B88-7757-9B72-292C-1110D37ADA18}"/>
          </ac:cxnSpMkLst>
        </pc:cxnChg>
      </pc:sldChg>
      <pc:sldChg chg="add del">
        <pc:chgData name="Angelo Zhou" userId="f73b212efd78b3d1" providerId="LiveId" clId="{92774937-436E-4FF5-8E92-C0F3248C8362}" dt="2026-02-03T13:14:55.213" v="3407" actId="47"/>
        <pc:sldMkLst>
          <pc:docMk/>
          <pc:sldMk cId="1223629355" sldId="271"/>
        </pc:sldMkLst>
      </pc:sldChg>
      <pc:sldChg chg="addSp delSp modSp add mod">
        <pc:chgData name="Angelo Zhou" userId="f73b212efd78b3d1" providerId="LiveId" clId="{92774937-436E-4FF5-8E92-C0F3248C8362}" dt="2026-02-02T04:53:01.633" v="3403" actId="1076"/>
        <pc:sldMkLst>
          <pc:docMk/>
          <pc:sldMk cId="652352140" sldId="272"/>
        </pc:sldMkLst>
        <pc:spChg chg="mod">
          <ac:chgData name="Angelo Zhou" userId="f73b212efd78b3d1" providerId="LiveId" clId="{92774937-436E-4FF5-8E92-C0F3248C8362}" dt="2026-02-02T04:41:43.524" v="2917" actId="20577"/>
          <ac:spMkLst>
            <pc:docMk/>
            <pc:sldMk cId="652352140" sldId="272"/>
            <ac:spMk id="2" creationId="{A47EF403-2801-3A9E-1959-B500C13F61D7}"/>
          </ac:spMkLst>
        </pc:spChg>
        <pc:spChg chg="mod">
          <ac:chgData name="Angelo Zhou" userId="f73b212efd78b3d1" providerId="LiveId" clId="{92774937-436E-4FF5-8E92-C0F3248C8362}" dt="2026-02-02T04:45:43.731" v="3031" actId="20577"/>
          <ac:spMkLst>
            <pc:docMk/>
            <pc:sldMk cId="652352140" sldId="272"/>
            <ac:spMk id="3" creationId="{B027AD4B-3EE2-53A3-1714-2509238DC043}"/>
          </ac:spMkLst>
        </pc:spChg>
        <pc:spChg chg="add mod">
          <ac:chgData name="Angelo Zhou" userId="f73b212efd78b3d1" providerId="LiveId" clId="{92774937-436E-4FF5-8E92-C0F3248C8362}" dt="2026-02-02T04:49:42.850" v="3201" actId="1076"/>
          <ac:spMkLst>
            <pc:docMk/>
            <pc:sldMk cId="652352140" sldId="272"/>
            <ac:spMk id="4" creationId="{C79B8169-ED8D-1277-D981-31E197152CBB}"/>
          </ac:spMkLst>
        </pc:spChg>
        <pc:spChg chg="add mod">
          <ac:chgData name="Angelo Zhou" userId="f73b212efd78b3d1" providerId="LiveId" clId="{92774937-436E-4FF5-8E92-C0F3248C8362}" dt="2026-02-02T04:53:01.633" v="3403" actId="1076"/>
          <ac:spMkLst>
            <pc:docMk/>
            <pc:sldMk cId="652352140" sldId="272"/>
            <ac:spMk id="5" creationId="{F2B5A8A4-3706-102A-365E-B3A76E1CEA11}"/>
          </ac:spMkLst>
        </pc:spChg>
        <pc:picChg chg="add">
          <ac:chgData name="Angelo Zhou" userId="f73b212efd78b3d1" providerId="LiveId" clId="{92774937-436E-4FF5-8E92-C0F3248C8362}" dt="2026-02-02T04:42:55.417" v="2938"/>
          <ac:picMkLst>
            <pc:docMk/>
            <pc:sldMk cId="652352140" sldId="272"/>
            <ac:picMk id="4098" creationId="{FB03E373-7B2A-8AAC-0B5E-28843FC2DEF7}"/>
          </ac:picMkLst>
        </pc:picChg>
        <pc:picChg chg="add mod">
          <ac:chgData name="Angelo Zhou" userId="f73b212efd78b3d1" providerId="LiveId" clId="{92774937-436E-4FF5-8E92-C0F3248C8362}" dt="2026-02-02T04:43:11.445" v="2941" actId="14100"/>
          <ac:picMkLst>
            <pc:docMk/>
            <pc:sldMk cId="652352140" sldId="272"/>
            <ac:picMk id="4100" creationId="{0DB76B2E-7F15-01AC-35F4-0EEB4368B28F}"/>
          </ac:picMkLst>
        </pc:picChg>
        <pc:picChg chg="add del mod">
          <ac:chgData name="Angelo Zhou" userId="f73b212efd78b3d1" providerId="LiveId" clId="{92774937-436E-4FF5-8E92-C0F3248C8362}" dt="2026-02-02T04:43:44.249" v="2946" actId="478"/>
          <ac:picMkLst>
            <pc:docMk/>
            <pc:sldMk cId="652352140" sldId="272"/>
            <ac:picMk id="4102" creationId="{94FE70D9-37F8-FC12-C834-49BFDE373EF9}"/>
          </ac:picMkLst>
        </pc:picChg>
        <pc:picChg chg="add mod">
          <ac:chgData name="Angelo Zhou" userId="f73b212efd78b3d1" providerId="LiveId" clId="{92774937-436E-4FF5-8E92-C0F3248C8362}" dt="2026-02-02T04:45:49.475" v="3032" actId="1076"/>
          <ac:picMkLst>
            <pc:docMk/>
            <pc:sldMk cId="652352140" sldId="272"/>
            <ac:picMk id="4104" creationId="{FBF335DD-BF76-9C7A-C13F-9CC23EBE8A40}"/>
          </ac:picMkLst>
        </pc:picChg>
        <pc:picChg chg="add">
          <ac:chgData name="Angelo Zhou" userId="f73b212efd78b3d1" providerId="LiveId" clId="{92774937-436E-4FF5-8E92-C0F3248C8362}" dt="2026-02-02T04:46:33.925" v="3033"/>
          <ac:picMkLst>
            <pc:docMk/>
            <pc:sldMk cId="652352140" sldId="272"/>
            <ac:picMk id="4106" creationId="{AB11E1C2-8169-412B-A528-349CB3D705FE}"/>
          </ac:picMkLst>
        </pc:picChg>
        <pc:picChg chg="add mod">
          <ac:chgData name="Angelo Zhou" userId="f73b212efd78b3d1" providerId="LiveId" clId="{92774937-436E-4FF5-8E92-C0F3248C8362}" dt="2026-02-02T04:46:49.792" v="3039" actId="1076"/>
          <ac:picMkLst>
            <pc:docMk/>
            <pc:sldMk cId="652352140" sldId="272"/>
            <ac:picMk id="4108" creationId="{526AF57E-A5E9-168B-0D01-3E267A2D4510}"/>
          </ac:picMkLst>
        </pc:picChg>
        <pc:picChg chg="add mod">
          <ac:chgData name="Angelo Zhou" userId="f73b212efd78b3d1" providerId="LiveId" clId="{92774937-436E-4FF5-8E92-C0F3248C8362}" dt="2026-02-02T04:50:48.156" v="3209" actId="14100"/>
          <ac:picMkLst>
            <pc:docMk/>
            <pc:sldMk cId="652352140" sldId="272"/>
            <ac:picMk id="4110" creationId="{59A169D4-01B6-DB9A-73CF-A9D112CCCB5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BC40FD4-49E5-45F4-9F5F-D127674F3B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97B86CE-7533-4591-A533-3B285CBFBD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42818B-C764-43FB-9100-6BE58FDE1954}" type="datetimeFigureOut">
              <a:rPr lang="en-US" smtClean="0"/>
              <a:t>2/3/2026</a:t>
            </a:fld>
            <a:endParaRPr lang="en-US" dirty="0"/>
          </a:p>
        </p:txBody>
      </p:sp>
      <p:sp>
        <p:nvSpPr>
          <p:cNvPr id="4" name="Footer Placeholder 3">
            <a:extLst>
              <a:ext uri="{FF2B5EF4-FFF2-40B4-BE49-F238E27FC236}">
                <a16:creationId xmlns:a16="http://schemas.microsoft.com/office/drawing/2014/main" id="{6697BB4A-C2FA-48DD-9F31-664DF2C9F7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540AB79-C081-43E8-B49C-BA9D38FCF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5F1E10-4074-4DC3-8E35-9146BD1FD828}" type="slidenum">
              <a:rPr lang="en-US" smtClean="0"/>
              <a:t>‹#›</a:t>
            </a:fld>
            <a:endParaRPr lang="en-US" dirty="0"/>
          </a:p>
        </p:txBody>
      </p:sp>
    </p:spTree>
    <p:extLst>
      <p:ext uri="{BB962C8B-B14F-4D97-AF65-F5344CB8AC3E}">
        <p14:creationId xmlns:p14="http://schemas.microsoft.com/office/powerpoint/2010/main" val="2988812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0BC4BE-0D73-E240-8B38-104FAC465A91}" type="datetimeFigureOut">
              <a:rPr lang="en-US" smtClean="0"/>
              <a:t>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8C15C5-0688-5345-99FC-721E08AD15D5}" type="slidenum">
              <a:rPr lang="en-US" smtClean="0"/>
              <a:t>‹#›</a:t>
            </a:fld>
            <a:endParaRPr lang="en-US" dirty="0"/>
          </a:p>
        </p:txBody>
      </p:sp>
    </p:spTree>
    <p:extLst>
      <p:ext uri="{BB962C8B-B14F-4D97-AF65-F5344CB8AC3E}">
        <p14:creationId xmlns:p14="http://schemas.microsoft.com/office/powerpoint/2010/main" val="427685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8C15C5-0688-5345-99FC-721E08AD15D5}" type="slidenum">
              <a:rPr lang="en-US" smtClean="0"/>
              <a:t>1</a:t>
            </a:fld>
            <a:endParaRPr lang="en-US" dirty="0"/>
          </a:p>
        </p:txBody>
      </p:sp>
    </p:spTree>
    <p:extLst>
      <p:ext uri="{BB962C8B-B14F-4D97-AF65-F5344CB8AC3E}">
        <p14:creationId xmlns:p14="http://schemas.microsoft.com/office/powerpoint/2010/main" val="3121035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8C15C5-0688-5345-99FC-721E08AD15D5}" type="slidenum">
              <a:rPr lang="en-US" smtClean="0"/>
              <a:t>2</a:t>
            </a:fld>
            <a:endParaRPr lang="en-US" dirty="0"/>
          </a:p>
        </p:txBody>
      </p:sp>
    </p:spTree>
    <p:extLst>
      <p:ext uri="{BB962C8B-B14F-4D97-AF65-F5344CB8AC3E}">
        <p14:creationId xmlns:p14="http://schemas.microsoft.com/office/powerpoint/2010/main" val="620627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3BF2E-E09E-7C17-294E-3922DD9F64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5E92E0-76C4-E3DC-938B-931F405CBD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244ED-338D-0115-C7FD-1233E67BE6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8FAE8A-6A0B-3C05-8663-66CEA7CF2BE9}"/>
              </a:ext>
            </a:extLst>
          </p:cNvPr>
          <p:cNvSpPr>
            <a:spLocks noGrp="1"/>
          </p:cNvSpPr>
          <p:nvPr>
            <p:ph type="sldNum" sz="quarter" idx="5"/>
          </p:nvPr>
        </p:nvSpPr>
        <p:spPr/>
        <p:txBody>
          <a:bodyPr/>
          <a:lstStyle/>
          <a:p>
            <a:fld id="{5E8C15C5-0688-5345-99FC-721E08AD15D5}" type="slidenum">
              <a:rPr lang="en-US" smtClean="0"/>
              <a:t>3</a:t>
            </a:fld>
            <a:endParaRPr lang="en-US" dirty="0"/>
          </a:p>
        </p:txBody>
      </p:sp>
    </p:spTree>
    <p:extLst>
      <p:ext uri="{BB962C8B-B14F-4D97-AF65-F5344CB8AC3E}">
        <p14:creationId xmlns:p14="http://schemas.microsoft.com/office/powerpoint/2010/main" val="749895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CC7FF-5170-3B59-2826-F2EB1DFF9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C95006-E446-564F-9529-275D71FC18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65700B-36CA-EF66-3EDA-F3DA64D32D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91C426-E139-54AF-CDB7-C7AEECC10C4B}"/>
              </a:ext>
            </a:extLst>
          </p:cNvPr>
          <p:cNvSpPr>
            <a:spLocks noGrp="1"/>
          </p:cNvSpPr>
          <p:nvPr>
            <p:ph type="sldNum" sz="quarter" idx="5"/>
          </p:nvPr>
        </p:nvSpPr>
        <p:spPr/>
        <p:txBody>
          <a:bodyPr/>
          <a:lstStyle/>
          <a:p>
            <a:fld id="{5E8C15C5-0688-5345-99FC-721E08AD15D5}" type="slidenum">
              <a:rPr lang="en-US" smtClean="0"/>
              <a:t>4</a:t>
            </a:fld>
            <a:endParaRPr lang="en-US" dirty="0"/>
          </a:p>
        </p:txBody>
      </p:sp>
    </p:spTree>
    <p:extLst>
      <p:ext uri="{BB962C8B-B14F-4D97-AF65-F5344CB8AC3E}">
        <p14:creationId xmlns:p14="http://schemas.microsoft.com/office/powerpoint/2010/main" val="2121792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51C59-D62E-19B7-B81B-5C2813B3EB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794F9-B7C1-33BD-C010-C11FEF5494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5FD84D-5B6B-8EDE-341D-69A8CBDD36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C147D9-06C0-233E-FCBA-3A9609C2DC51}"/>
              </a:ext>
            </a:extLst>
          </p:cNvPr>
          <p:cNvSpPr>
            <a:spLocks noGrp="1"/>
          </p:cNvSpPr>
          <p:nvPr>
            <p:ph type="sldNum" sz="quarter" idx="5"/>
          </p:nvPr>
        </p:nvSpPr>
        <p:spPr/>
        <p:txBody>
          <a:bodyPr/>
          <a:lstStyle/>
          <a:p>
            <a:fld id="{5E8C15C5-0688-5345-99FC-721E08AD15D5}" type="slidenum">
              <a:rPr lang="en-US" smtClean="0"/>
              <a:t>5</a:t>
            </a:fld>
            <a:endParaRPr lang="en-US" dirty="0"/>
          </a:p>
        </p:txBody>
      </p:sp>
    </p:spTree>
    <p:extLst>
      <p:ext uri="{BB962C8B-B14F-4D97-AF65-F5344CB8AC3E}">
        <p14:creationId xmlns:p14="http://schemas.microsoft.com/office/powerpoint/2010/main" val="3542091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2D0E3-C2A1-BD16-60C3-E77A4C19E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598A0-98F6-4666-0F87-E06506ED4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FDC05A-0FEE-EA4E-59B8-6C4AB6F2C2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230F21-A2DE-15F3-68DE-F78DD7B8BEC2}"/>
              </a:ext>
            </a:extLst>
          </p:cNvPr>
          <p:cNvSpPr>
            <a:spLocks noGrp="1"/>
          </p:cNvSpPr>
          <p:nvPr>
            <p:ph type="sldNum" sz="quarter" idx="5"/>
          </p:nvPr>
        </p:nvSpPr>
        <p:spPr/>
        <p:txBody>
          <a:bodyPr/>
          <a:lstStyle/>
          <a:p>
            <a:fld id="{5E8C15C5-0688-5345-99FC-721E08AD15D5}" type="slidenum">
              <a:rPr lang="en-US" smtClean="0"/>
              <a:t>6</a:t>
            </a:fld>
            <a:endParaRPr lang="en-US" dirty="0"/>
          </a:p>
        </p:txBody>
      </p:sp>
    </p:spTree>
    <p:extLst>
      <p:ext uri="{BB962C8B-B14F-4D97-AF65-F5344CB8AC3E}">
        <p14:creationId xmlns:p14="http://schemas.microsoft.com/office/powerpoint/2010/main" val="78545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8C15C5-0688-5345-99FC-721E08AD15D5}" type="slidenum">
              <a:rPr lang="en-US" smtClean="0"/>
              <a:t>7</a:t>
            </a:fld>
            <a:endParaRPr lang="en-US" dirty="0"/>
          </a:p>
        </p:txBody>
      </p:sp>
    </p:spTree>
    <p:extLst>
      <p:ext uri="{BB962C8B-B14F-4D97-AF65-F5344CB8AC3E}">
        <p14:creationId xmlns:p14="http://schemas.microsoft.com/office/powerpoint/2010/main" val="2777307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78801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5650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2874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13965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59688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2663892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1977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1870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smtClean="0"/>
              <a:pPr/>
              <a:t>2/3/2026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9381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3002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45203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4007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384169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158357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solidFill>
                  <a:schemeClr val="tx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113636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8175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567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smtClean="0"/>
              <a:pPr/>
              <a:t>2/3/2026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49767075"/>
      </p:ext>
    </p:extLst>
  </p:cSld>
  <p:clrMap bg1="dk1" tx1="lt1" bg2="dk2" tx2="lt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Lst>
  <p:txStyles>
    <p:titleStyle>
      <a:lvl1pPr algn="l" defTabSz="457200" rtl="0" eaLnBrk="1" latinLnBrk="0" hangingPunct="1">
        <a:spcBef>
          <a:spcPct val="0"/>
        </a:spcBef>
        <a:buNone/>
        <a:defRPr sz="3200" kern="1200" cap="all">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8" name="Picture 7" descr="students looking into microscope">
            <a:extLst>
              <a:ext uri="{FF2B5EF4-FFF2-40B4-BE49-F238E27FC236}">
                <a16:creationId xmlns:a16="http://schemas.microsoft.com/office/drawing/2014/main" id="{082DAC18-E623-0546-920C-6676DF6BBA3F}"/>
              </a:ext>
            </a:extLst>
          </p:cNvPr>
          <p:cNvPicPr>
            <a:picLocks noChangeAspect="1"/>
          </p:cNvPicPr>
          <p:nvPr/>
        </p:nvPicPr>
        <p:blipFill rotWithShape="1">
          <a:blip r:embed="rId4" cstate="print">
            <a:duotone>
              <a:prstClr val="black"/>
              <a:schemeClr val="bg1">
                <a:tint val="45000"/>
                <a:satMod val="400000"/>
              </a:schemeClr>
            </a:duotone>
            <a:alphaModFix amt="25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74080833-6B30-404E-B0FA-39D7DC4B1616}"/>
              </a:ext>
            </a:extLst>
          </p:cNvPr>
          <p:cNvSpPr>
            <a:spLocks noGrp="1"/>
          </p:cNvSpPr>
          <p:nvPr>
            <p:ph type="ctrTitle"/>
          </p:nvPr>
        </p:nvSpPr>
        <p:spPr>
          <a:xfrm>
            <a:off x="361124" y="0"/>
            <a:ext cx="11251756" cy="6857990"/>
          </a:xfrm>
        </p:spPr>
        <p:txBody>
          <a:bodyPr anchor="ctr">
            <a:noAutofit/>
          </a:bodyPr>
          <a:lstStyle/>
          <a:p>
            <a:pPr algn="l"/>
            <a:r>
              <a:rPr lang="en-US" sz="11700" b="1" dirty="0"/>
              <a:t>Work Sample</a:t>
            </a:r>
            <a:br>
              <a:rPr lang="en-US" sz="11700" b="1" dirty="0"/>
            </a:br>
            <a:r>
              <a:rPr lang="en-US" sz="11700" dirty="0" err="1">
                <a:solidFill>
                  <a:schemeClr val="tx1"/>
                </a:solidFill>
              </a:rPr>
              <a:t>DeVELOPMENT</a:t>
            </a:r>
            <a:r>
              <a:rPr lang="en-US" sz="11700" dirty="0">
                <a:solidFill>
                  <a:schemeClr val="tx1"/>
                </a:solidFill>
              </a:rPr>
              <a:t> </a:t>
            </a:r>
            <a:r>
              <a:rPr lang="en-US" sz="11700" dirty="0" err="1">
                <a:solidFill>
                  <a:schemeClr val="tx1"/>
                </a:solidFill>
              </a:rPr>
              <a:t>ProCess</a:t>
            </a:r>
            <a:endParaRPr lang="en-US" sz="11700" b="1" dirty="0"/>
          </a:p>
        </p:txBody>
      </p:sp>
    </p:spTree>
    <p:extLst>
      <p:ext uri="{BB962C8B-B14F-4D97-AF65-F5344CB8AC3E}">
        <p14:creationId xmlns:p14="http://schemas.microsoft.com/office/powerpoint/2010/main" val="814101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4F96F-B0BE-4E84-A401-8F8438058CAB}"/>
              </a:ext>
            </a:extLst>
          </p:cNvPr>
          <p:cNvSpPr>
            <a:spLocks noGrp="1"/>
          </p:cNvSpPr>
          <p:nvPr>
            <p:ph type="title"/>
          </p:nvPr>
        </p:nvSpPr>
        <p:spPr>
          <a:xfrm>
            <a:off x="1768197" y="167776"/>
            <a:ext cx="8655605" cy="2313433"/>
          </a:xfrm>
        </p:spPr>
        <p:txBody>
          <a:bodyPr>
            <a:normAutofit/>
          </a:bodyPr>
          <a:lstStyle/>
          <a:p>
            <a:pPr algn="ctr"/>
            <a:r>
              <a:rPr lang="en-US" dirty="0">
                <a:solidFill>
                  <a:schemeClr val="tx1"/>
                </a:solidFill>
                <a:latin typeface="Arial" panose="020B0604020202020204" pitchFamily="34" charset="0"/>
                <a:cs typeface="Arial" panose="020B0604020202020204" pitchFamily="34" charset="0"/>
              </a:rPr>
              <a:t>Loading the Data Set</a:t>
            </a:r>
          </a:p>
        </p:txBody>
      </p:sp>
      <p:sp>
        <p:nvSpPr>
          <p:cNvPr id="8" name="TextBox 7">
            <a:extLst>
              <a:ext uri="{FF2B5EF4-FFF2-40B4-BE49-F238E27FC236}">
                <a16:creationId xmlns:a16="http://schemas.microsoft.com/office/drawing/2014/main" id="{BA8B8CF8-C5DD-C4F2-A908-8CD9D9760F9D}"/>
              </a:ext>
            </a:extLst>
          </p:cNvPr>
          <p:cNvSpPr txBox="1"/>
          <p:nvPr/>
        </p:nvSpPr>
        <p:spPr>
          <a:xfrm>
            <a:off x="876727" y="2033342"/>
            <a:ext cx="10438544" cy="923330"/>
          </a:xfrm>
          <a:prstGeom prst="rect">
            <a:avLst/>
          </a:prstGeom>
          <a:noFill/>
        </p:spPr>
        <p:txBody>
          <a:bodyPr wrap="square" rtlCol="0">
            <a:spAutoFit/>
          </a:bodyPr>
          <a:lstStyle/>
          <a:p>
            <a:pPr algn="ctr"/>
            <a:r>
              <a:rPr lang="en-US" dirty="0"/>
              <a:t>The data set was loaded into to a </a:t>
            </a:r>
            <a:r>
              <a:rPr lang="en-US" dirty="0" err="1"/>
              <a:t>Jupyter</a:t>
            </a:r>
            <a:r>
              <a:rPr lang="en-US" dirty="0"/>
              <a:t> Notebook for cleaning/pre-processing with Python.</a:t>
            </a:r>
          </a:p>
          <a:p>
            <a:pPr marL="285750" indent="-285750" algn="ctr">
              <a:buFont typeface="Arial" panose="020B0604020202020204" pitchFamily="34" charset="0"/>
              <a:buChar char="•"/>
            </a:pPr>
            <a:endParaRPr lang="en-AU" dirty="0"/>
          </a:p>
        </p:txBody>
      </p:sp>
      <p:sp>
        <p:nvSpPr>
          <p:cNvPr id="9" name="Rectangle 8">
            <a:extLst>
              <a:ext uri="{FF2B5EF4-FFF2-40B4-BE49-F238E27FC236}">
                <a16:creationId xmlns:a16="http://schemas.microsoft.com/office/drawing/2014/main" id="{6902E0AC-043B-5D17-93DE-D7B77FC6FA90}"/>
              </a:ext>
            </a:extLst>
          </p:cNvPr>
          <p:cNvSpPr/>
          <p:nvPr/>
        </p:nvSpPr>
        <p:spPr>
          <a:xfrm>
            <a:off x="1479479" y="3298004"/>
            <a:ext cx="1910993" cy="1232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Extract data from work sample folder.</a:t>
            </a:r>
            <a:endParaRPr lang="en-AU" dirty="0"/>
          </a:p>
        </p:txBody>
      </p:sp>
      <p:cxnSp>
        <p:nvCxnSpPr>
          <p:cNvPr id="11" name="Straight Arrow Connector 10">
            <a:extLst>
              <a:ext uri="{FF2B5EF4-FFF2-40B4-BE49-F238E27FC236}">
                <a16:creationId xmlns:a16="http://schemas.microsoft.com/office/drawing/2014/main" id="{F6904AEB-B529-25A2-A12E-622D32F0B47B}"/>
              </a:ext>
            </a:extLst>
          </p:cNvPr>
          <p:cNvCxnSpPr>
            <a:cxnSpLocks/>
            <a:stCxn id="9" idx="3"/>
          </p:cNvCxnSpPr>
          <p:nvPr/>
        </p:nvCxnSpPr>
        <p:spPr>
          <a:xfrm>
            <a:off x="3390472" y="3914454"/>
            <a:ext cx="7191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3B44AD1-5A66-1DE4-D4AF-3A0D8BA28BD2}"/>
              </a:ext>
            </a:extLst>
          </p:cNvPr>
          <p:cNvSpPr/>
          <p:nvPr/>
        </p:nvSpPr>
        <p:spPr>
          <a:xfrm>
            <a:off x="4185006" y="3308278"/>
            <a:ext cx="1910993" cy="1232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Load data into </a:t>
            </a:r>
            <a:r>
              <a:rPr lang="en-US" dirty="0" err="1"/>
              <a:t>Jupyter</a:t>
            </a:r>
            <a:r>
              <a:rPr lang="en-US" dirty="0"/>
              <a:t> Notebook using Python.</a:t>
            </a:r>
            <a:endParaRPr lang="en-AU" dirty="0"/>
          </a:p>
        </p:txBody>
      </p:sp>
      <p:pic>
        <p:nvPicPr>
          <p:cNvPr id="2050" name="Picture 2" descr="Python (programming language) - Wikipedia">
            <a:extLst>
              <a:ext uri="{FF2B5EF4-FFF2-40B4-BE49-F238E27FC236}">
                <a16:creationId xmlns:a16="http://schemas.microsoft.com/office/drawing/2014/main" id="{2B6E3E37-B339-CF3A-01E2-99637CAE4D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5623" y="4822238"/>
            <a:ext cx="792500" cy="79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815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a:extLst>
            <a:ext uri="{FF2B5EF4-FFF2-40B4-BE49-F238E27FC236}">
              <a16:creationId xmlns:a16="http://schemas.microsoft.com/office/drawing/2014/main" id="{3413B0F9-B186-4CE7-A263-AF6F3A01E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08C84E-66FB-A1E9-3499-02EA2CB0AB05}"/>
              </a:ext>
            </a:extLst>
          </p:cNvPr>
          <p:cNvSpPr>
            <a:spLocks noGrp="1"/>
          </p:cNvSpPr>
          <p:nvPr>
            <p:ph type="title"/>
          </p:nvPr>
        </p:nvSpPr>
        <p:spPr>
          <a:xfrm>
            <a:off x="1768197" y="167776"/>
            <a:ext cx="8655605" cy="2313433"/>
          </a:xfrm>
        </p:spPr>
        <p:txBody>
          <a:bodyPr>
            <a:normAutofit/>
          </a:bodyPr>
          <a:lstStyle/>
          <a:p>
            <a:pPr algn="ctr"/>
            <a:r>
              <a:rPr lang="en-US" dirty="0">
                <a:solidFill>
                  <a:schemeClr val="tx1"/>
                </a:solidFill>
                <a:latin typeface="Arial" panose="020B0604020202020204" pitchFamily="34" charset="0"/>
                <a:cs typeface="Arial" panose="020B0604020202020204" pitchFamily="34" charset="0"/>
              </a:rPr>
              <a:t>Data Cleaning</a:t>
            </a:r>
          </a:p>
        </p:txBody>
      </p:sp>
      <p:sp>
        <p:nvSpPr>
          <p:cNvPr id="8" name="TextBox 7">
            <a:extLst>
              <a:ext uri="{FF2B5EF4-FFF2-40B4-BE49-F238E27FC236}">
                <a16:creationId xmlns:a16="http://schemas.microsoft.com/office/drawing/2014/main" id="{EEB5BE0C-0FA8-178A-1412-4080582DEA2C}"/>
              </a:ext>
            </a:extLst>
          </p:cNvPr>
          <p:cNvSpPr txBox="1"/>
          <p:nvPr/>
        </p:nvSpPr>
        <p:spPr>
          <a:xfrm>
            <a:off x="876727" y="1786763"/>
            <a:ext cx="6890536" cy="4801314"/>
          </a:xfrm>
          <a:prstGeom prst="rect">
            <a:avLst/>
          </a:prstGeom>
          <a:noFill/>
        </p:spPr>
        <p:txBody>
          <a:bodyPr wrap="square" rtlCol="0">
            <a:spAutoFit/>
          </a:bodyPr>
          <a:lstStyle/>
          <a:p>
            <a:pPr marL="285750" indent="-285750">
              <a:buFont typeface="Arial" panose="020B0604020202020204" pitchFamily="34" charset="0"/>
              <a:buChar char="•"/>
            </a:pPr>
            <a:r>
              <a:rPr lang="en-US" dirty="0"/>
              <a:t>The data sets were checked for duplicates, outliers/invalid values, blanks and data standardization issues.</a:t>
            </a:r>
          </a:p>
          <a:p>
            <a:pPr marL="285750" indent="-285750">
              <a:buFont typeface="Arial" panose="020B0604020202020204" pitchFamily="34" charset="0"/>
              <a:buChar char="•"/>
            </a:pPr>
            <a:r>
              <a:rPr lang="en-US" dirty="0"/>
              <a:t>Funding requests with duplicate IDs were found. The one with the most recent status was kept and the other rows were removed. The same request being both pending and approved will inflate values.</a:t>
            </a:r>
          </a:p>
          <a:p>
            <a:pPr marL="285750" indent="-285750">
              <a:buFont typeface="Arial" panose="020B0604020202020204" pitchFamily="34" charset="0"/>
              <a:buChar char="•"/>
            </a:pPr>
            <a:r>
              <a:rPr lang="en-US" dirty="0"/>
              <a:t>Similar categories that mean the same thing but are named differently were grouped. i.e. IT Upgrade and I.T. Upgrade.</a:t>
            </a:r>
          </a:p>
          <a:p>
            <a:pPr marL="285750" indent="-285750">
              <a:buFont typeface="Arial" panose="020B0604020202020204" pitchFamily="34" charset="0"/>
              <a:buChar char="•"/>
            </a:pPr>
            <a:r>
              <a:rPr lang="en-US" dirty="0"/>
              <a:t>Blank amounts in funding request were replaced with the average for the category. Normally it would be worth investigating why it is blank.</a:t>
            </a:r>
          </a:p>
          <a:p>
            <a:pPr marL="285750" indent="-285750">
              <a:buFont typeface="Arial" panose="020B0604020202020204" pitchFamily="34" charset="0"/>
              <a:buChar char="•"/>
            </a:pPr>
            <a:r>
              <a:rPr lang="en-US" dirty="0"/>
              <a:t>All schools are expected to participate in NAPLAN, blank NAPLAN score averages for a year were replaced with the school’s NAPLAN average in the time frame.</a:t>
            </a:r>
          </a:p>
          <a:p>
            <a:pPr marL="285750" indent="-285750" algn="ctr">
              <a:buFont typeface="Arial" panose="020B0604020202020204" pitchFamily="34" charset="0"/>
              <a:buChar char="•"/>
            </a:pPr>
            <a:endParaRPr lang="en-AU" dirty="0"/>
          </a:p>
        </p:txBody>
      </p:sp>
      <p:sp>
        <p:nvSpPr>
          <p:cNvPr id="9" name="Rectangle 8">
            <a:extLst>
              <a:ext uri="{FF2B5EF4-FFF2-40B4-BE49-F238E27FC236}">
                <a16:creationId xmlns:a16="http://schemas.microsoft.com/office/drawing/2014/main" id="{C96958E9-2D4E-8749-4CF5-BF0A55162BF8}"/>
              </a:ext>
            </a:extLst>
          </p:cNvPr>
          <p:cNvSpPr/>
          <p:nvPr/>
        </p:nvSpPr>
        <p:spPr>
          <a:xfrm>
            <a:off x="9468305" y="1553024"/>
            <a:ext cx="1910993" cy="1232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Extract data from work sample folder.</a:t>
            </a:r>
            <a:endParaRPr lang="en-AU" dirty="0"/>
          </a:p>
        </p:txBody>
      </p:sp>
      <p:sp>
        <p:nvSpPr>
          <p:cNvPr id="12" name="Rectangle 11">
            <a:extLst>
              <a:ext uri="{FF2B5EF4-FFF2-40B4-BE49-F238E27FC236}">
                <a16:creationId xmlns:a16="http://schemas.microsoft.com/office/drawing/2014/main" id="{50C7BC7C-54AC-A09D-F137-82A3B8DC4F41}"/>
              </a:ext>
            </a:extLst>
          </p:cNvPr>
          <p:cNvSpPr/>
          <p:nvPr/>
        </p:nvSpPr>
        <p:spPr>
          <a:xfrm>
            <a:off x="9468305" y="3250007"/>
            <a:ext cx="1910993" cy="1232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Load data into </a:t>
            </a:r>
            <a:r>
              <a:rPr lang="en-US" dirty="0" err="1"/>
              <a:t>Jupyter</a:t>
            </a:r>
            <a:r>
              <a:rPr lang="en-US" dirty="0"/>
              <a:t> Notebook using Python.</a:t>
            </a:r>
            <a:endParaRPr lang="en-AU" dirty="0"/>
          </a:p>
        </p:txBody>
      </p:sp>
      <p:pic>
        <p:nvPicPr>
          <p:cNvPr id="2050" name="Picture 2" descr="Python (programming language) - Wikipedia">
            <a:extLst>
              <a:ext uri="{FF2B5EF4-FFF2-40B4-BE49-F238E27FC236}">
                <a16:creationId xmlns:a16="http://schemas.microsoft.com/office/drawing/2014/main" id="{6D17F4F5-E0CE-FE8E-3792-46BA721386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2949" y="3470206"/>
            <a:ext cx="792500" cy="792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3CD066D6-9818-E4B1-6E12-AAE69FE48592}"/>
              </a:ext>
            </a:extLst>
          </p:cNvPr>
          <p:cNvSpPr/>
          <p:nvPr/>
        </p:nvSpPr>
        <p:spPr>
          <a:xfrm>
            <a:off x="9468305" y="4855453"/>
            <a:ext cx="1910993" cy="1232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Clean and process data</a:t>
            </a:r>
            <a:endParaRPr lang="en-AU" dirty="0"/>
          </a:p>
        </p:txBody>
      </p:sp>
      <p:pic>
        <p:nvPicPr>
          <p:cNvPr id="4" name="Picture 2" descr="Python (programming language) - Wikipedia">
            <a:extLst>
              <a:ext uri="{FF2B5EF4-FFF2-40B4-BE49-F238E27FC236}">
                <a16:creationId xmlns:a16="http://schemas.microsoft.com/office/drawing/2014/main" id="{67F99B5B-EC55-671B-2238-7361D7382F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2949" y="5075652"/>
            <a:ext cx="792500" cy="79250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4E6E4C1F-724B-26CB-F306-25F7C899B070}"/>
              </a:ext>
            </a:extLst>
          </p:cNvPr>
          <p:cNvCxnSpPr>
            <a:stCxn id="9" idx="2"/>
            <a:endCxn id="12" idx="0"/>
          </p:cNvCxnSpPr>
          <p:nvPr/>
        </p:nvCxnSpPr>
        <p:spPr>
          <a:xfrm>
            <a:off x="10423802" y="2785923"/>
            <a:ext cx="0" cy="464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932CE8E-C1FB-A28D-6EE2-BE3F4AA47654}"/>
              </a:ext>
            </a:extLst>
          </p:cNvPr>
          <p:cNvCxnSpPr>
            <a:stCxn id="12" idx="2"/>
            <a:endCxn id="3" idx="0"/>
          </p:cNvCxnSpPr>
          <p:nvPr/>
        </p:nvCxnSpPr>
        <p:spPr>
          <a:xfrm>
            <a:off x="10423802" y="4482906"/>
            <a:ext cx="0" cy="372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4449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a:extLst>
            <a:ext uri="{FF2B5EF4-FFF2-40B4-BE49-F238E27FC236}">
              <a16:creationId xmlns:a16="http://schemas.microsoft.com/office/drawing/2014/main" id="{465DCC85-7897-67E2-CC3F-EF2F3E4A5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0F50A3-5398-11EC-3061-E5436C82A522}"/>
              </a:ext>
            </a:extLst>
          </p:cNvPr>
          <p:cNvSpPr>
            <a:spLocks noGrp="1"/>
          </p:cNvSpPr>
          <p:nvPr>
            <p:ph type="title"/>
          </p:nvPr>
        </p:nvSpPr>
        <p:spPr>
          <a:xfrm>
            <a:off x="1768197" y="167776"/>
            <a:ext cx="8655605" cy="2313433"/>
          </a:xfrm>
        </p:spPr>
        <p:txBody>
          <a:bodyPr>
            <a:normAutofit/>
          </a:bodyPr>
          <a:lstStyle/>
          <a:p>
            <a:pPr algn="ctr"/>
            <a:r>
              <a:rPr lang="en-US" dirty="0">
                <a:solidFill>
                  <a:schemeClr val="tx1"/>
                </a:solidFill>
                <a:latin typeface="Arial" panose="020B0604020202020204" pitchFamily="34" charset="0"/>
                <a:cs typeface="Arial" panose="020B0604020202020204" pitchFamily="34" charset="0"/>
              </a:rPr>
              <a:t>Load and Visualize data</a:t>
            </a:r>
          </a:p>
        </p:txBody>
      </p:sp>
      <p:sp>
        <p:nvSpPr>
          <p:cNvPr id="9" name="Rectangle 8">
            <a:extLst>
              <a:ext uri="{FF2B5EF4-FFF2-40B4-BE49-F238E27FC236}">
                <a16:creationId xmlns:a16="http://schemas.microsoft.com/office/drawing/2014/main" id="{79CC1417-4DF1-AD16-A7C6-6083EFE36695}"/>
              </a:ext>
            </a:extLst>
          </p:cNvPr>
          <p:cNvSpPr/>
          <p:nvPr/>
        </p:nvSpPr>
        <p:spPr>
          <a:xfrm>
            <a:off x="9468305" y="350955"/>
            <a:ext cx="1910993" cy="1232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Extract data from work sample folder.</a:t>
            </a:r>
            <a:endParaRPr lang="en-AU" dirty="0"/>
          </a:p>
        </p:txBody>
      </p:sp>
      <p:sp>
        <p:nvSpPr>
          <p:cNvPr id="12" name="Rectangle 11">
            <a:extLst>
              <a:ext uri="{FF2B5EF4-FFF2-40B4-BE49-F238E27FC236}">
                <a16:creationId xmlns:a16="http://schemas.microsoft.com/office/drawing/2014/main" id="{4DC3FB42-6D16-E8A0-5B28-805D34188F34}"/>
              </a:ext>
            </a:extLst>
          </p:cNvPr>
          <p:cNvSpPr/>
          <p:nvPr/>
        </p:nvSpPr>
        <p:spPr>
          <a:xfrm>
            <a:off x="9468305" y="2037664"/>
            <a:ext cx="1910993" cy="1232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Load data into </a:t>
            </a:r>
            <a:r>
              <a:rPr lang="en-US" dirty="0" err="1"/>
              <a:t>Jupyter</a:t>
            </a:r>
            <a:r>
              <a:rPr lang="en-US" dirty="0"/>
              <a:t> Notebook using Python.</a:t>
            </a:r>
            <a:endParaRPr lang="en-AU" dirty="0"/>
          </a:p>
        </p:txBody>
      </p:sp>
      <p:pic>
        <p:nvPicPr>
          <p:cNvPr id="2050" name="Picture 2" descr="Python (programming language) - Wikipedia">
            <a:extLst>
              <a:ext uri="{FF2B5EF4-FFF2-40B4-BE49-F238E27FC236}">
                <a16:creationId xmlns:a16="http://schemas.microsoft.com/office/drawing/2014/main" id="{5A100D54-72BA-1B75-E910-DE1CBC078F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25824" y="2226121"/>
            <a:ext cx="792500" cy="792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3E68CE1-42C7-243B-5585-CF51D718A149}"/>
              </a:ext>
            </a:extLst>
          </p:cNvPr>
          <p:cNvSpPr/>
          <p:nvPr/>
        </p:nvSpPr>
        <p:spPr>
          <a:xfrm>
            <a:off x="9468305" y="3663657"/>
            <a:ext cx="1910993" cy="1232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Clean and process data</a:t>
            </a:r>
            <a:endParaRPr lang="en-AU" dirty="0"/>
          </a:p>
        </p:txBody>
      </p:sp>
      <p:pic>
        <p:nvPicPr>
          <p:cNvPr id="4" name="Picture 2" descr="Python (programming language) - Wikipedia">
            <a:extLst>
              <a:ext uri="{FF2B5EF4-FFF2-40B4-BE49-F238E27FC236}">
                <a16:creationId xmlns:a16="http://schemas.microsoft.com/office/drawing/2014/main" id="{27A46793-97E8-1342-E237-CBFD4BBA5D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25824" y="3883856"/>
            <a:ext cx="792500" cy="79250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C7654F68-7E40-4BE1-D078-A0C081BF2218}"/>
              </a:ext>
            </a:extLst>
          </p:cNvPr>
          <p:cNvCxnSpPr>
            <a:stCxn id="9" idx="2"/>
            <a:endCxn id="12" idx="0"/>
          </p:cNvCxnSpPr>
          <p:nvPr/>
        </p:nvCxnSpPr>
        <p:spPr>
          <a:xfrm>
            <a:off x="10423802" y="1583854"/>
            <a:ext cx="0" cy="453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C18AD19-6D93-BA41-89E7-577E8D4F1E4C}"/>
              </a:ext>
            </a:extLst>
          </p:cNvPr>
          <p:cNvCxnSpPr>
            <a:cxnSpLocks/>
            <a:stCxn id="12" idx="2"/>
          </p:cNvCxnSpPr>
          <p:nvPr/>
        </p:nvCxnSpPr>
        <p:spPr>
          <a:xfrm>
            <a:off x="10423802" y="3270563"/>
            <a:ext cx="0" cy="372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CBECD9EB-9219-31E9-50EC-6AE654A23285}"/>
              </a:ext>
            </a:extLst>
          </p:cNvPr>
          <p:cNvSpPr/>
          <p:nvPr/>
        </p:nvSpPr>
        <p:spPr>
          <a:xfrm>
            <a:off x="9468304" y="5289650"/>
            <a:ext cx="1910993" cy="1400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Design and develop dashboard with clean data</a:t>
            </a:r>
            <a:endParaRPr lang="en-AU" dirty="0"/>
          </a:p>
        </p:txBody>
      </p:sp>
      <p:cxnSp>
        <p:nvCxnSpPr>
          <p:cNvPr id="11" name="Straight Arrow Connector 10">
            <a:extLst>
              <a:ext uri="{FF2B5EF4-FFF2-40B4-BE49-F238E27FC236}">
                <a16:creationId xmlns:a16="http://schemas.microsoft.com/office/drawing/2014/main" id="{ACBE3B88-7757-9B72-292C-1110D37ADA18}"/>
              </a:ext>
            </a:extLst>
          </p:cNvPr>
          <p:cNvCxnSpPr>
            <a:cxnSpLocks/>
            <a:stCxn id="3" idx="2"/>
            <a:endCxn id="5" idx="0"/>
          </p:cNvCxnSpPr>
          <p:nvPr/>
        </p:nvCxnSpPr>
        <p:spPr>
          <a:xfrm flipH="1">
            <a:off x="10423801" y="4896556"/>
            <a:ext cx="1" cy="3930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76" name="Picture 4">
            <a:extLst>
              <a:ext uri="{FF2B5EF4-FFF2-40B4-BE49-F238E27FC236}">
                <a16:creationId xmlns:a16="http://schemas.microsoft.com/office/drawing/2014/main" id="{C62E87D3-A596-EC74-FD53-55ACE5CA13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35020" y="5541591"/>
            <a:ext cx="683304" cy="68330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14C72E85-FB4A-259E-8E72-7A192BEE8303}"/>
              </a:ext>
            </a:extLst>
          </p:cNvPr>
          <p:cNvSpPr txBox="1"/>
          <p:nvPr/>
        </p:nvSpPr>
        <p:spPr>
          <a:xfrm>
            <a:off x="482887" y="1810759"/>
            <a:ext cx="7692956" cy="2585323"/>
          </a:xfrm>
          <a:prstGeom prst="rect">
            <a:avLst/>
          </a:prstGeom>
          <a:noFill/>
        </p:spPr>
        <p:txBody>
          <a:bodyPr wrap="square" rtlCol="0">
            <a:spAutoFit/>
          </a:bodyPr>
          <a:lstStyle/>
          <a:p>
            <a:pPr marL="285750" indent="-285750">
              <a:buFont typeface="Arial" panose="020B0604020202020204" pitchFamily="34" charset="0"/>
              <a:buChar char="•"/>
            </a:pPr>
            <a:r>
              <a:rPr lang="en-AU" dirty="0"/>
              <a:t>Cleaned data was loaded into Power BI.</a:t>
            </a:r>
          </a:p>
          <a:p>
            <a:pPr marL="285750" indent="-285750">
              <a:buFont typeface="Arial" panose="020B0604020202020204" pitchFamily="34" charset="0"/>
              <a:buChar char="•"/>
            </a:pPr>
            <a:r>
              <a:rPr lang="en-AU" dirty="0"/>
              <a:t>Design will have two pages, one for analysis of staff shortage, attendance and NAPLAN scores. Another page for the analysis funding. </a:t>
            </a:r>
          </a:p>
          <a:p>
            <a:pPr marL="285750" indent="-285750">
              <a:buFont typeface="Arial" panose="020B0604020202020204" pitchFamily="34" charset="0"/>
              <a:buChar char="•"/>
            </a:pPr>
            <a:r>
              <a:rPr lang="en-AU" dirty="0"/>
              <a:t>Enrolment data set was joined with </a:t>
            </a:r>
            <a:r>
              <a:rPr lang="en-AU" dirty="0" err="1"/>
              <a:t>Dim_school</a:t>
            </a:r>
            <a:r>
              <a:rPr lang="en-AU" dirty="0"/>
              <a:t> by school id and joined with performance by school id and year for performance analysis.</a:t>
            </a:r>
          </a:p>
          <a:p>
            <a:pPr marL="285750" indent="-285750">
              <a:buFont typeface="Arial" panose="020B0604020202020204" pitchFamily="34" charset="0"/>
              <a:buChar char="•"/>
            </a:pPr>
            <a:r>
              <a:rPr lang="en-AU" dirty="0"/>
              <a:t>Cleaned funding data was joined with </a:t>
            </a:r>
            <a:r>
              <a:rPr lang="en-AU" dirty="0" err="1"/>
              <a:t>Dim_school</a:t>
            </a:r>
            <a:r>
              <a:rPr lang="en-AU" dirty="0"/>
              <a:t> on school id.</a:t>
            </a:r>
          </a:p>
          <a:p>
            <a:pPr marL="285750" indent="-285750">
              <a:buFont typeface="Arial" panose="020B0604020202020204" pitchFamily="34" charset="0"/>
              <a:buChar char="•"/>
            </a:pPr>
            <a:r>
              <a:rPr lang="en-AU" dirty="0"/>
              <a:t>Design focused on displaying key metrics and visuals.</a:t>
            </a:r>
          </a:p>
        </p:txBody>
      </p:sp>
    </p:spTree>
    <p:extLst>
      <p:ext uri="{BB962C8B-B14F-4D97-AF65-F5344CB8AC3E}">
        <p14:creationId xmlns:p14="http://schemas.microsoft.com/office/powerpoint/2010/main" val="4063893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a:extLst>
            <a:ext uri="{FF2B5EF4-FFF2-40B4-BE49-F238E27FC236}">
              <a16:creationId xmlns:a16="http://schemas.microsoft.com/office/drawing/2014/main" id="{789E87BF-DBD1-D988-C5A8-931297B912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DA7A2-FF14-857F-88CA-101BD3E81754}"/>
              </a:ext>
            </a:extLst>
          </p:cNvPr>
          <p:cNvSpPr>
            <a:spLocks noGrp="1"/>
          </p:cNvSpPr>
          <p:nvPr>
            <p:ph type="title"/>
          </p:nvPr>
        </p:nvSpPr>
        <p:spPr>
          <a:xfrm>
            <a:off x="1768197" y="167776"/>
            <a:ext cx="8655605" cy="931559"/>
          </a:xfrm>
        </p:spPr>
        <p:txBody>
          <a:bodyPr>
            <a:normAutofit/>
          </a:bodyPr>
          <a:lstStyle/>
          <a:p>
            <a:pPr algn="ctr"/>
            <a:r>
              <a:rPr lang="en-US" dirty="0">
                <a:solidFill>
                  <a:schemeClr val="tx1"/>
                </a:solidFill>
                <a:latin typeface="Arial" panose="020B0604020202020204" pitchFamily="34" charset="0"/>
                <a:cs typeface="Arial" panose="020B0604020202020204" pitchFamily="34" charset="0"/>
              </a:rPr>
              <a:t>Key Insights to Strategic Questions</a:t>
            </a:r>
          </a:p>
        </p:txBody>
      </p:sp>
      <p:sp>
        <p:nvSpPr>
          <p:cNvPr id="3" name="TextBox 2">
            <a:extLst>
              <a:ext uri="{FF2B5EF4-FFF2-40B4-BE49-F238E27FC236}">
                <a16:creationId xmlns:a16="http://schemas.microsoft.com/office/drawing/2014/main" id="{D8C1EF94-268F-AB68-4195-76F1DB5D1168}"/>
              </a:ext>
            </a:extLst>
          </p:cNvPr>
          <p:cNvSpPr txBox="1"/>
          <p:nvPr/>
        </p:nvSpPr>
        <p:spPr>
          <a:xfrm>
            <a:off x="1768197" y="883578"/>
            <a:ext cx="8485412" cy="7294305"/>
          </a:xfrm>
          <a:prstGeom prst="rect">
            <a:avLst/>
          </a:prstGeom>
          <a:noFill/>
        </p:spPr>
        <p:txBody>
          <a:bodyPr wrap="square" rtlCol="0">
            <a:spAutoFit/>
          </a:bodyPr>
          <a:lstStyle/>
          <a:p>
            <a:r>
              <a:rPr lang="en-AU" dirty="0"/>
              <a:t>Q: Which Schools are facing the highest pressure regarding Class Sizes (Student/Teacher ratios) in 2024? </a:t>
            </a:r>
          </a:p>
          <a:p>
            <a:r>
              <a:rPr lang="en-AU" dirty="0"/>
              <a:t>A: Schools facing the highest pressure had a ratio of about 22 and included schools such as Eastwood Public, </a:t>
            </a:r>
            <a:r>
              <a:rPr lang="en-AU" dirty="0" err="1"/>
              <a:t>Redside</a:t>
            </a:r>
            <a:r>
              <a:rPr lang="en-AU" dirty="0"/>
              <a:t> Secondary and </a:t>
            </a:r>
            <a:r>
              <a:rPr lang="en-AU" dirty="0" err="1"/>
              <a:t>Forestside</a:t>
            </a:r>
            <a:r>
              <a:rPr lang="en-AU" dirty="0"/>
              <a:t> Grammar.</a:t>
            </a:r>
          </a:p>
          <a:p>
            <a:endParaRPr lang="en-AU" dirty="0"/>
          </a:p>
          <a:p>
            <a:r>
              <a:rPr lang="en-AU" dirty="0"/>
              <a:t>Q: Is there a visible correlation between this workforce pressure and Academic Results (NAPLAN)? </a:t>
            </a:r>
          </a:p>
          <a:p>
            <a:r>
              <a:rPr lang="en-AU" dirty="0"/>
              <a:t>A: Yes, the correlation coefficient is 0.9 which implies very strong correlation.</a:t>
            </a:r>
          </a:p>
          <a:p>
            <a:endParaRPr lang="en-AU" dirty="0"/>
          </a:p>
          <a:p>
            <a:r>
              <a:rPr lang="en-AU" dirty="0"/>
              <a:t>Q: Using the funding data, provide a Ranked List of schools in each region by total funding approved. Which categories are costing the Department the most? </a:t>
            </a:r>
          </a:p>
          <a:p>
            <a:r>
              <a:rPr lang="en-AU" dirty="0"/>
              <a:t>A: Sports equipment, Capital works and IT upgrades made up for about 80% of the approved funding.</a:t>
            </a:r>
          </a:p>
          <a:p>
            <a:endParaRPr lang="en-AU" dirty="0"/>
          </a:p>
          <a:p>
            <a:r>
              <a:rPr lang="en-AU" dirty="0"/>
              <a:t>Q: Does the region with the highest student enrolment actually receive the highest funding? </a:t>
            </a:r>
          </a:p>
          <a:p>
            <a:r>
              <a:rPr lang="en-AU" dirty="0"/>
              <a:t>A:No, metro West has 94k FTE enrolments which is the highest. Yet only received 536k in funding compared to metro South which got 1.19 million.</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endParaRPr lang="en-AU" dirty="0"/>
          </a:p>
          <a:p>
            <a:endParaRPr lang="en-AU" dirty="0"/>
          </a:p>
          <a:p>
            <a:pPr marL="285750" indent="-285750">
              <a:buFont typeface="Arial" panose="020B0604020202020204" pitchFamily="34" charset="0"/>
              <a:buChar char="•"/>
            </a:pPr>
            <a:endParaRPr lang="en-AU" dirty="0"/>
          </a:p>
        </p:txBody>
      </p:sp>
    </p:spTree>
    <p:extLst>
      <p:ext uri="{BB962C8B-B14F-4D97-AF65-F5344CB8AC3E}">
        <p14:creationId xmlns:p14="http://schemas.microsoft.com/office/powerpoint/2010/main" val="118033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a:extLst>
            <a:ext uri="{FF2B5EF4-FFF2-40B4-BE49-F238E27FC236}">
              <a16:creationId xmlns:a16="http://schemas.microsoft.com/office/drawing/2014/main" id="{B374AAD6-13D2-D734-5A00-CFD1D0DCD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EF403-2801-3A9E-1959-B500C13F61D7}"/>
              </a:ext>
            </a:extLst>
          </p:cNvPr>
          <p:cNvSpPr>
            <a:spLocks noGrp="1"/>
          </p:cNvSpPr>
          <p:nvPr>
            <p:ph type="title"/>
          </p:nvPr>
        </p:nvSpPr>
        <p:spPr>
          <a:xfrm>
            <a:off x="1768197" y="167776"/>
            <a:ext cx="8655605" cy="931559"/>
          </a:xfrm>
        </p:spPr>
        <p:txBody>
          <a:bodyPr>
            <a:normAutofit/>
          </a:bodyPr>
          <a:lstStyle/>
          <a:p>
            <a:pPr algn="ctr"/>
            <a:r>
              <a:rPr lang="en-US" dirty="0">
                <a:solidFill>
                  <a:schemeClr val="tx1"/>
                </a:solidFill>
                <a:latin typeface="Arial" panose="020B0604020202020204" pitchFamily="34" charset="0"/>
                <a:cs typeface="Arial" panose="020B0604020202020204" pitchFamily="34" charset="0"/>
              </a:rPr>
              <a:t>Challenges</a:t>
            </a:r>
          </a:p>
        </p:txBody>
      </p:sp>
      <p:sp>
        <p:nvSpPr>
          <p:cNvPr id="3" name="TextBox 2">
            <a:extLst>
              <a:ext uri="{FF2B5EF4-FFF2-40B4-BE49-F238E27FC236}">
                <a16:creationId xmlns:a16="http://schemas.microsoft.com/office/drawing/2014/main" id="{B027AD4B-3EE2-53A3-1714-2509238DC043}"/>
              </a:ext>
            </a:extLst>
          </p:cNvPr>
          <p:cNvSpPr txBox="1"/>
          <p:nvPr/>
        </p:nvSpPr>
        <p:spPr>
          <a:xfrm>
            <a:off x="1115366" y="3214366"/>
            <a:ext cx="2113139" cy="2862322"/>
          </a:xfrm>
          <a:prstGeom prst="rect">
            <a:avLst/>
          </a:prstGeom>
          <a:noFill/>
        </p:spPr>
        <p:txBody>
          <a:bodyPr wrap="square" rtlCol="0">
            <a:spAutoFit/>
          </a:bodyPr>
          <a:lstStyle/>
          <a:p>
            <a:r>
              <a:rPr lang="en-AU" dirty="0"/>
              <a:t>Time limitations: </a:t>
            </a:r>
          </a:p>
          <a:p>
            <a:endParaRPr lang="en-AU" dirty="0"/>
          </a:p>
          <a:p>
            <a:r>
              <a:rPr lang="en-AU" dirty="0"/>
              <a:t>Few days to complete work sample plus preparing for the interview</a:t>
            </a:r>
          </a:p>
          <a:p>
            <a:pPr marL="285750" indent="-285750">
              <a:buFont typeface="Arial" panose="020B0604020202020204" pitchFamily="34" charset="0"/>
              <a:buChar char="•"/>
            </a:pPr>
            <a:endParaRPr lang="en-AU" dirty="0"/>
          </a:p>
          <a:p>
            <a:endParaRPr lang="en-AU" dirty="0"/>
          </a:p>
          <a:p>
            <a:pPr marL="285750" indent="-285750">
              <a:buFont typeface="Arial" panose="020B0604020202020204" pitchFamily="34" charset="0"/>
              <a:buChar char="•"/>
            </a:pPr>
            <a:endParaRPr lang="en-AU" dirty="0"/>
          </a:p>
        </p:txBody>
      </p:sp>
      <p:pic>
        <p:nvPicPr>
          <p:cNvPr id="4104" name="Picture 8" descr="Clock PNG Transparent Images Free ...">
            <a:extLst>
              <a:ext uri="{FF2B5EF4-FFF2-40B4-BE49-F238E27FC236}">
                <a16:creationId xmlns:a16="http://schemas.microsoft.com/office/drawing/2014/main" id="{FBF335DD-BF76-9C7A-C13F-9CC23EBE8A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0999" y="1611003"/>
            <a:ext cx="1135469" cy="1135469"/>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The paradox of data quality -">
            <a:extLst>
              <a:ext uri="{FF2B5EF4-FFF2-40B4-BE49-F238E27FC236}">
                <a16:creationId xmlns:a16="http://schemas.microsoft.com/office/drawing/2014/main" id="{526AF57E-A5E9-168B-0D01-3E267A2D45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5206" y="1514541"/>
            <a:ext cx="2361585" cy="13283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79B8169-ED8D-1277-D981-31E197152CBB}"/>
              </a:ext>
            </a:extLst>
          </p:cNvPr>
          <p:cNvSpPr txBox="1"/>
          <p:nvPr/>
        </p:nvSpPr>
        <p:spPr>
          <a:xfrm>
            <a:off x="4776281" y="3214366"/>
            <a:ext cx="2908570" cy="2585323"/>
          </a:xfrm>
          <a:prstGeom prst="rect">
            <a:avLst/>
          </a:prstGeom>
          <a:noFill/>
        </p:spPr>
        <p:txBody>
          <a:bodyPr wrap="square" rtlCol="0">
            <a:spAutoFit/>
          </a:bodyPr>
          <a:lstStyle/>
          <a:p>
            <a:r>
              <a:rPr lang="en-AU" dirty="0"/>
              <a:t>Data Quality Issues:</a:t>
            </a:r>
          </a:p>
          <a:p>
            <a:endParaRPr lang="en-AU" dirty="0"/>
          </a:p>
          <a:p>
            <a:r>
              <a:rPr lang="en-AU" dirty="0"/>
              <a:t>Data quality issues were present and independent decisions on how to resolve them were made. i.e. replacing blanks with averages.</a:t>
            </a:r>
          </a:p>
        </p:txBody>
      </p:sp>
      <p:pic>
        <p:nvPicPr>
          <p:cNvPr id="4110" name="Picture 14" descr="Stakeholder Consultation re: Changes to AWRI Board Composition and  Appointment | The Yass Phoenix - Yass Region News and Current Affairs">
            <a:extLst>
              <a:ext uri="{FF2B5EF4-FFF2-40B4-BE49-F238E27FC236}">
                <a16:creationId xmlns:a16="http://schemas.microsoft.com/office/drawing/2014/main" id="{59A169D4-01B6-DB9A-73CF-A9D112CCCB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53304" y="1514540"/>
            <a:ext cx="2490063" cy="13283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2B5A8A4-3706-102A-365E-B3A76E1CEA11}"/>
              </a:ext>
            </a:extLst>
          </p:cNvPr>
          <p:cNvSpPr txBox="1"/>
          <p:nvPr/>
        </p:nvSpPr>
        <p:spPr>
          <a:xfrm>
            <a:off x="8953304" y="3214366"/>
            <a:ext cx="2490064" cy="3139321"/>
          </a:xfrm>
          <a:prstGeom prst="rect">
            <a:avLst/>
          </a:prstGeom>
          <a:noFill/>
        </p:spPr>
        <p:txBody>
          <a:bodyPr wrap="square" rtlCol="0">
            <a:spAutoFit/>
          </a:bodyPr>
          <a:lstStyle/>
          <a:p>
            <a:r>
              <a:rPr lang="en-AU" dirty="0"/>
              <a:t>No chance for end user consultations:</a:t>
            </a:r>
          </a:p>
          <a:p>
            <a:endParaRPr lang="en-AU" dirty="0"/>
          </a:p>
          <a:p>
            <a:r>
              <a:rPr lang="en-AU" dirty="0"/>
              <a:t>Ideally, you want to involve the end-users in the development process and get user feedback but not possible in this case.</a:t>
            </a:r>
          </a:p>
        </p:txBody>
      </p:sp>
    </p:spTree>
    <p:extLst>
      <p:ext uri="{BB962C8B-B14F-4D97-AF65-F5344CB8AC3E}">
        <p14:creationId xmlns:p14="http://schemas.microsoft.com/office/powerpoint/2010/main" val="652352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8" name="Picture 7" descr="students looking into microscope">
            <a:extLst>
              <a:ext uri="{FF2B5EF4-FFF2-40B4-BE49-F238E27FC236}">
                <a16:creationId xmlns:a16="http://schemas.microsoft.com/office/drawing/2014/main" id="{082DAC18-E623-0546-920C-6676DF6BBA3F}"/>
              </a:ext>
            </a:extLst>
          </p:cNvPr>
          <p:cNvPicPr>
            <a:picLocks noChangeAspect="1"/>
          </p:cNvPicPr>
          <p:nvPr/>
        </p:nvPicPr>
        <p:blipFill rotWithShape="1">
          <a:blip r:embed="rId4" cstate="print">
            <a:duotone>
              <a:prstClr val="black"/>
              <a:schemeClr val="bg1">
                <a:tint val="45000"/>
                <a:satMod val="400000"/>
              </a:schemeClr>
            </a:duotone>
            <a:alphaModFix amt="25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74080833-6B30-404E-B0FA-39D7DC4B1616}"/>
              </a:ext>
            </a:extLst>
          </p:cNvPr>
          <p:cNvSpPr>
            <a:spLocks noGrp="1"/>
          </p:cNvSpPr>
          <p:nvPr>
            <p:ph type="ctrTitle"/>
          </p:nvPr>
        </p:nvSpPr>
        <p:spPr>
          <a:xfrm>
            <a:off x="1751012" y="609601"/>
            <a:ext cx="8676222" cy="3200400"/>
          </a:xfrm>
        </p:spPr>
        <p:txBody>
          <a:bodyPr>
            <a:noAutofit/>
          </a:bodyPr>
          <a:lstStyle/>
          <a:p>
            <a:pPr algn="l"/>
            <a:r>
              <a:rPr lang="en-US" sz="11700" b="1" dirty="0"/>
              <a:t>Thank </a:t>
            </a:r>
            <a:br>
              <a:rPr lang="en-US" sz="11700" b="1" dirty="0"/>
            </a:br>
            <a:r>
              <a:rPr lang="en-US" sz="11700" dirty="0">
                <a:solidFill>
                  <a:schemeClr val="tx1"/>
                </a:solidFill>
              </a:rPr>
              <a:t>You</a:t>
            </a:r>
          </a:p>
        </p:txBody>
      </p:sp>
      <p:sp>
        <p:nvSpPr>
          <p:cNvPr id="5" name="Subtitle 4">
            <a:extLst>
              <a:ext uri="{FF2B5EF4-FFF2-40B4-BE49-F238E27FC236}">
                <a16:creationId xmlns:a16="http://schemas.microsoft.com/office/drawing/2014/main" id="{3B970D2B-0B5A-E53B-14CF-2C52569CCFFB}"/>
              </a:ext>
            </a:extLst>
          </p:cNvPr>
          <p:cNvSpPr>
            <a:spLocks noGrp="1"/>
          </p:cNvSpPr>
          <p:nvPr>
            <p:ph type="subTitle" idx="1"/>
          </p:nvPr>
        </p:nvSpPr>
        <p:spPr/>
        <p:txBody>
          <a:bodyPr/>
          <a:lstStyle/>
          <a:p>
            <a:endParaRPr lang="en-AU"/>
          </a:p>
        </p:txBody>
      </p:sp>
    </p:spTree>
    <p:extLst>
      <p:ext uri="{BB962C8B-B14F-4D97-AF65-F5344CB8AC3E}">
        <p14:creationId xmlns:p14="http://schemas.microsoft.com/office/powerpoint/2010/main" val="5380619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5AD0B8"/>
      </a:accent1>
      <a:accent2>
        <a:srgbClr val="47BB7E"/>
      </a:accent2>
      <a:accent3>
        <a:srgbClr val="96CD4B"/>
      </a:accent3>
      <a:accent4>
        <a:srgbClr val="61C7DD"/>
      </a:accent4>
      <a:accent5>
        <a:srgbClr val="2495CF"/>
      </a:accent5>
      <a:accent6>
        <a:srgbClr val="5A74D1"/>
      </a:accent6>
      <a:hlink>
        <a:srgbClr val="72CEBB"/>
      </a:hlink>
      <a:folHlink>
        <a:srgbClr val="98E6D6"/>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F017D31-E675-491F-B600-F06278E25DAD}">
  <ds:schemaRefs>
    <ds:schemaRef ds:uri="http://schemas.microsoft.com/sharepoint/v3/contenttype/forms"/>
  </ds:schemaRefs>
</ds:datastoreItem>
</file>

<file path=customXml/itemProps2.xml><?xml version="1.0" encoding="utf-8"?>
<ds:datastoreItem xmlns:ds="http://schemas.openxmlformats.org/officeDocument/2006/customXml" ds:itemID="{311B8520-39D0-4E39-88E2-3CE8E9A6E44A}">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6A89A57F-CF3F-47C6-90BB-70331E72BC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School design</Template>
  <TotalTime>360</TotalTime>
  <Words>573</Words>
  <Application>Microsoft Office PowerPoint</Application>
  <PresentationFormat>Widescreen</PresentationFormat>
  <Paragraphs>58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Century Gothic</vt:lpstr>
      <vt:lpstr>Mesh</vt:lpstr>
      <vt:lpstr>Work Sample DeVELOPMENT ProCess</vt:lpstr>
      <vt:lpstr>Loading the Data Set</vt:lpstr>
      <vt:lpstr>Data Cleaning</vt:lpstr>
      <vt:lpstr>Load and Visualize data</vt:lpstr>
      <vt:lpstr>Key Insights to Strategic Questions</vt:lpstr>
      <vt:lpstr>Challenges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Angelo Zhou</dc:creator>
  <cp:lastModifiedBy>Angelo Zhou</cp:lastModifiedBy>
  <cp:revision>1</cp:revision>
  <dcterms:created xsi:type="dcterms:W3CDTF">2026-02-02T00:44:32Z</dcterms:created>
  <dcterms:modified xsi:type="dcterms:W3CDTF">2026-02-03T13:15:06Z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